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Market Signal Engine</a:t>
            </a:r>
          </a:p>
          <a:p>
            <a:pPr algn="ctr">
              <a:spcBef>
                <a:spcPts val="2000"/>
              </a:spcBef>
              <a:defRPr sz="2200">
                <a:solidFill>
                  <a:srgbClr val="00D2FF"/>
                </a:solidFill>
              </a:defRPr>
            </a:pPr>
            <a:r>
              <a:t>Moteur de veille strategique pour salons professionnels RX France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Le Probleme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Les equipes commerciales des salons manquent de signaux marche en temps reel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La veille manuelle est chronophage et incomplete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Pas de priorisation objective des comptes a contacter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Pas d'activation automatique : chaque signal necessite un travail de redaction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Notre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Capture automatique de signaux via RSS (Google News, presse tech, job boards)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Classification intelligente par Claude Haiku (entreprise cible + type de signal)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Scoring composite transparent : Account Fit x Signal Strength x Timing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Activation LLM : recommandations pretes a l'emploi pour 3 personas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Dashboard web temps reel avec configuration par salon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Architecture — 2 etapes separees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743200" cy="6400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ETAPE 1 :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64592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-&gt;  python fetch_signals.py — recupere les RSS, classifie avec Claude Haiku, sauvegarde en cache 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27432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ETAPE 2 :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0604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-&gt;  python app.py — lit le cache, normalise, score, affiche le dashboard (instantane)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2743200" cy="6400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CACHE FICHIER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56616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-&gt;  data/rss_cache_BDAIP.json — resultats pre-calcules, TTL 1h, rechargeable a la demande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26280"/>
            <a:ext cx="2743200" cy="64008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MODE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52628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-&gt;  ?source=fake — donnees simulees pour demo sans cle API ni fetch prealable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Pipeline en 6 couches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743200" cy="6400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1.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64592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-&gt;  YAML par salon : entreprises cibles, types de signaux, scoring, personas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27432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2.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0604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-&gt;  fetch_signals.py : Google News par entreprise + L'Usine Digitale, LMI, Maddyness, TechCrunch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2743200" cy="6400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3.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56616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-&gt;  Deduplication par hash, enrichissement avec metadonnees compte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26280"/>
            <a:ext cx="2743200" cy="64008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4.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52628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-&gt;  Score composite 0-10 = Account Fit (35%) + Signal Strength (40%) + Timing (25%)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86400"/>
            <a:ext cx="2743200" cy="640080"/>
          </a:xfrm>
          <a:prstGeom prst="roundRect">
            <a:avLst/>
          </a:prstGeom>
          <a:solidFill>
            <a:srgbClr val="AA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5. 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4864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-&gt;  Claude Haiku genere actions pour Sales, Direction Salon, Marketing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Couche 2 : Capture RSS (fetch_signals.py)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Etape separee du serveur web — se lance en CLI avant de demarrer l'app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Google News RSS par entreprise cible : "Mistral AI", "Databricks", etc.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Feeds tech : L'Usine Digitale, Le Monde Informatique, Maddyness, TechCrunch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Welcome to the Jungle pour detection de vagues de recrutement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Classification LLM (Claude Haiku) : article -&gt; signal structure ou rejet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Resultats sauvegardes dans data/rss_cache_{short_code}.json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Le serveur web ne fait QUE lire ce cache — chargement instantane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Types de Signaux Detectes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Nomination C-level (poids 3.0) — Nouveau CDO, CTO, VP Data/AI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Levee de fonds &gt;=10ME (poids 2.5) — Serie A+ ou mega-round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Lancement produit (poids 2.0) — Nouveau produit IA/Data, feature majeure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Vague de recrutement (poids 2.0) — 10+ postes data/AI/ML ouverts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Evenement concurrent (poids 1.5) — Sponsor a VivaTech, AWS Summit...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Mention presse (poids 1.0) — Article dans la presse specialisee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Partenariat strategique (poids 1.5) — Alliance techno, co-developpement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Couche 4 : Scoring Transparent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Score composite = Somme (axe x poids), chaque axe note 0-10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Account Fit (35%) — Score ICP defini dans la config (ex: Mistral AI = 10/10)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Signal Strength (40%) — Poids du type de signal (nomination = 3.0 -&gt; 9.9/10)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Timing (25%) — Recence : &lt;=2j = 10, &lt;=7j = 8, &lt;=14j = 5, &gt;14j = 3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HOT &gt;= 7.5  |  WARM &gt;= 5.0  |  COLD &lt; 5.0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Couche 5 : Activation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Claude Haiku genere des recommandations pour 3 personas :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Sales -&gt; Pourquoi + Action + Message LinkedIn + Email + Sequence follow-up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Direction Salon -&gt; Insight strategique + Angle de positionnement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Marketing -&gt; Post LinkedIn draft + Idee de contenu + Brief visuel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Chaque activation est specifique : noms, produits, chiffres, pas de placeholders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Stack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Backend : Python + FastAPI (API REST + SSR templates)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LLM : Claude Haiku 4.5 (classification RSS + activation signaux)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RSS : feedparser + Google News RSS (gratuit, sans auth)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Frontend : HTML/JS vanilla + Jinja2 templates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Config : YAML par salon (extensible a tout salon RX)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Cache : fichier JSON local (TTL 1h), pre-calcule par CLI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Comment lancer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1. pip install -r requirements.txt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2. export ANTHROPIC_API_KEY=sk-...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3. python fetch_signals.py bdaip_2026     (capture + classification, ~2-5 min)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4. python app.py                          (serveur web, instantane)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5. Ouvrir http://localhost:8000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Mode demo sans API : http://localhost:8000/api/signals/bdaip_2026?source=fake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Evolutions Futures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LinkedIn API (OAuth) — nominations et offres d'emploi en temps reel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Cognism / Informa TechTarget — donnees d'intention B2B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Alertes push (email/Slack) sur signaux HOT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Multi-salon temps reel avec dashboard unifie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Fine-tuning du scoring par feedback utilisateur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Cron job pour relancer fetch_signals.py periodiquement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